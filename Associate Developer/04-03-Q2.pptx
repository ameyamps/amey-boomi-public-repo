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80939-556B-42FF-8DB0-6032A1193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55E75-4F65-4933-8673-875C02027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943ED-0CAC-4034-8F0F-61A75A21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705D-4530-4086-A058-95889961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7C4B6-4BC8-4715-A3D2-F30AD619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7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8044-58AA-4525-B243-A3626AFB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6E8B3-785E-4C67-8897-487848AA5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49CF9-1E79-46DB-AD35-E853D740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1C93E-031D-4DDB-A9EE-CC69054C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2F994-841E-44AA-B42C-68B07485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5F87-2847-47F3-A1E3-FB1D6150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57CE3-1FBC-45A4-B4A6-CC979D590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86133-0916-47DE-9027-28FBB56C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E5ED-4688-4891-A472-404921EB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0DA24-E8C9-4DE0-8124-C44CB9B3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C52F-C5A9-4EBA-90BB-1A1F80BF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FDD1-8406-4E21-8B9F-AE587B8E8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FAB73-1F87-4716-AFE0-FAF8FAC24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AC682-1F0A-49E4-8202-D28D08A3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AA384-A08D-4615-8687-A039264F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5D971-29EE-4664-A298-053737F4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7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DF02-45F6-42B0-A9D2-4518F78DA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80896-0772-4952-9AA1-71A5DC95C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25619-5FC4-41EF-91AB-FED6AAB4C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B165D-5DE3-4B5A-8D8A-78A10C5EF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B4780-EE3D-4A08-B45D-5A74AF727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122D5-FED6-4636-84BC-A56D7F3A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03746-4087-4B6C-8700-675C95CA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E469D3-CDEA-4922-AA03-4F6A16A4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7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C665-A159-426A-870B-A7B5EE28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2E4CB-2E3E-4DAC-A6E9-212895DC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43010-7F9F-43A6-8757-3F65E723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3F5CA-248C-4DA1-ACF6-9F89A9C2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8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C60D7-D367-4457-A505-92C816E4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20D69-472C-402D-B45B-2AA7E9CC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C5235-C53A-4D81-BAC6-EEB34497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7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5F2C-FF16-4695-937F-581F564C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C9D9-B419-4295-9235-42B4CA777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97D4E-71ED-4422-84C7-A29AD8254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E0492-1D4F-45AB-A6C6-06461075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FF047-3A15-4F87-9D94-D9BB72AB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5BE3A-78C4-47EF-B65C-00C7A268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0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82C1-D13A-4866-ABC6-1ED5FBB2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21E31-8695-4354-9A40-1C1A314E5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BEE8F-3558-4483-BA8B-4F68F270B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C1C23-30B1-43E2-8778-240F46BD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C2366-C9F3-4CB3-BDBD-40AF53EA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BB9CC-4ADC-4E4D-B0D8-E6B0E7B2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8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7354-7AED-446D-B27A-AB2F2A21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203F-A1F9-40AD-B93E-1440D1A48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3C198-A32A-47F9-B70D-93C91803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A451F-2918-409D-8BB6-C2A8768B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39F5-6A95-4095-9117-C7941E34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2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13E2C-8732-4EDC-93FA-253B9CD84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68F9E-CEBE-4DED-8235-64324D8A6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D7517-96F6-4EFF-9659-1B7BC833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7492D-8F5A-4FCD-A88D-B537BCDB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CD8D1-39A6-43CE-8BA1-9AC0C5A1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6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8D0CE-D44F-47B5-98D5-F4349A2C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AA2AC-6FF2-4F47-A27A-D6E1C00FF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DB1AD-4F66-4285-B5BA-F983E35B1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0F27C-10DC-4D34-8C7C-C718648E037D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219EE-7942-4FE0-83D5-21690B9BC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3DB8-486C-4A1E-B4DE-EC9D8FF46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F0237-BA96-4C94-A20C-A759D0C6F5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13046509,&quot;Placement&quot;:&quot;Footer&quot;}">
            <a:extLst>
              <a:ext uri="{FF2B5EF4-FFF2-40B4-BE49-F238E27FC236}">
                <a16:creationId xmlns:a16="http://schemas.microsoft.com/office/drawing/2014/main" id="{AC76DE1D-276D-4CDE-9ACB-D3440FDFEF68}"/>
              </a:ext>
            </a:extLst>
          </p:cNvPr>
          <p:cNvSpPr txBox="1"/>
          <p:nvPr userDrawn="1"/>
        </p:nvSpPr>
        <p:spPr>
          <a:xfrm>
            <a:off x="0" y="6664017"/>
            <a:ext cx="1028784" cy="1939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5461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A02615-98C0-473E-A035-C5560584B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581025"/>
            <a:ext cx="11001375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48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Kenney, Nancy</dc:creator>
  <cp:lastModifiedBy>Jefferson, Christine</cp:lastModifiedBy>
  <cp:revision>2</cp:revision>
  <dcterms:created xsi:type="dcterms:W3CDTF">2019-10-22T19:26:11Z</dcterms:created>
  <dcterms:modified xsi:type="dcterms:W3CDTF">2019-12-05T18:50:54Z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Nancy_Kenney@DELL.com</vt:lpwstr>
  </property>
  <property fmtid="{D5CDD505-2E9C-101B-9397-08002B2CF9AE}" pid="5" name="MSIP_Label_7de70ee2-0cb4-4d60-aee5-75ef2c4c8a90_SetDate">
    <vt:lpwstr>2019-10-22T19:26:31.6343960Z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Extended_MSFT_Method">
    <vt:lpwstr>Manual</vt:lpwstr>
  </property>
  <property fmtid="{D5CDD505-2E9C-101B-9397-08002B2CF9AE}" pid="9" name="MSIP_Label_da6fab74-d5af-4af7-a9a4-78d84655a626_Enabled">
    <vt:lpwstr>True</vt:lpwstr>
  </property>
  <property fmtid="{D5CDD505-2E9C-101B-9397-08002B2CF9AE}" pid="10" name="MSIP_Label_da6fab74-d5af-4af7-a9a4-78d84655a626_SiteId">
    <vt:lpwstr>945c199a-83a2-4e80-9f8c-5a91be5752dd</vt:lpwstr>
  </property>
  <property fmtid="{D5CDD505-2E9C-101B-9397-08002B2CF9AE}" pid="11" name="MSIP_Label_da6fab74-d5af-4af7-a9a4-78d84655a626_Owner">
    <vt:lpwstr>Nancy_Kenney@DELL.com</vt:lpwstr>
  </property>
  <property fmtid="{D5CDD505-2E9C-101B-9397-08002B2CF9AE}" pid="12" name="MSIP_Label_da6fab74-d5af-4af7-a9a4-78d84655a626_SetDate">
    <vt:lpwstr>2019-10-22T19:26:31.6343960Z</vt:lpwstr>
  </property>
  <property fmtid="{D5CDD505-2E9C-101B-9397-08002B2CF9AE}" pid="13" name="MSIP_Label_da6fab74-d5af-4af7-a9a4-78d84655a626_Name">
    <vt:lpwstr>Visual Marking</vt:lpwstr>
  </property>
  <property fmtid="{D5CDD505-2E9C-101B-9397-08002B2CF9AE}" pid="14" name="MSIP_Label_da6fab74-d5af-4af7-a9a4-78d84655a626_Application">
    <vt:lpwstr>Microsoft Azure Information Protection</vt:lpwstr>
  </property>
  <property fmtid="{D5CDD505-2E9C-101B-9397-08002B2CF9AE}" pid="15" name="MSIP_Label_da6fab74-d5af-4af7-a9a4-78d84655a626_Parent">
    <vt:lpwstr>7de70ee2-0cb4-4d60-aee5-75ef2c4c8a90</vt:lpwstr>
  </property>
  <property fmtid="{D5CDD505-2E9C-101B-9397-08002B2CF9AE}" pid="16" name="MSIP_Label_da6fab74-d5af-4af7-a9a4-78d84655a626_Extended_MSFT_Method">
    <vt:lpwstr>Manual</vt:lpwstr>
  </property>
  <property fmtid="{D5CDD505-2E9C-101B-9397-08002B2CF9AE}" pid="17" name="aiplabel">
    <vt:lpwstr>Internal Use Visual Marking</vt:lpwstr>
  </property>
</Properties>
</file>