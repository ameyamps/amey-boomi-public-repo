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6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90BC5-962B-473C-8F07-8B0FA1F43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21834-3211-4C16-9949-159800846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D294F-5E6D-47DF-A83B-FDE55D16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D58B0-014A-4CB2-9FF9-81DF089A7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C99E9-2B94-466A-AC78-858075D3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7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00303-0087-45A7-8C68-3BB8C2F23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04BBA-88C6-4CE2-AD84-1AFE8E50B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0F25E-5DAF-4F3F-A9CA-24830A88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40148-B6A1-46CF-A8E0-502DCF66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7A6CA-CB7D-461E-B755-5FBC91A39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81D5-3906-4940-93A8-5D529532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5D42E-7F33-4580-9A25-3FCDF0B1E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8D1C1-9465-42C5-BFF8-EF80DF78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34268-40FB-47D5-A07F-BBABBA8B6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1E640-ECB7-4EC7-A783-4C30061D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46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1C863-F19E-47B5-80D2-E3CD94A7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7AF84-9C2C-43D8-8B96-EA6FDD923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D8E7B-EE12-440D-A112-28F0F933F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5936E-E6E3-4AE6-A799-5AD3E099F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57012-1E1A-4311-AC14-68E4F0379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9041E-06B5-4C41-AEA3-8E5413F8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3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F00EE-3780-47A1-936E-B1054611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F1A4B-113C-4623-B772-4415A2BFE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26FBF-717B-4643-B233-FB675BA3D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6E4ACC-2ED0-448D-981B-229E1D18B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866DA-9503-411F-8E25-2DB4B0E28C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772DD5-BE39-488B-81C5-B96F68F1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967ED1-AC62-4C0E-9CD6-93E340D47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6A9E62-3400-4C53-B3B0-A3B4EC58F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51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B8B9-38A1-4A3F-B32E-0832028E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E5D88-223B-4246-909B-DD450A640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A9312F-862D-49FF-A065-0FEE399D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5D498-D5AA-4C1A-A7F1-1917F208B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73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B1A4C-D4C1-487A-A8CB-BE8D6D8A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16AE9-F3A7-4B2D-9F2A-2DCB1F9E1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8CDB6-7B3D-4C0E-83A9-592C03391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77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AB4E-B3DE-4201-A3EB-6C1AC9CA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D3F8D-5726-4B6E-9E08-D9D724DCF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CF742-9E5E-4883-80D5-ADA3AE3F5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38556-6C79-4034-906E-ACCEE40D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5894E-48CA-4B46-9105-929E050B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8C03-731B-492C-BEB7-7E5BE830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0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EF8F-9B44-44EE-A488-60E4E72D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A17EC-6D95-4BFD-8422-8DC4A1B4DF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86C1C-4FB3-4608-8A58-FA99FF05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F3334-AC0A-45FE-9844-3E053991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6D88D-449F-4F9D-96C4-10F25A00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B0F49-85B6-4DFE-8E32-7150AC105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8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B5682-086A-467D-8827-4A286A5E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CCEAF-60BD-4CCD-BDF5-7199644F3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B4FD2-1FB9-45F8-A857-BD6FED09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1DE78-D523-4F31-9FB9-72596EE36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2F27D-DA49-472C-B352-ED72E10A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1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DA0191-35BA-43D3-A67C-816DE51F5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28CF6-4B96-4D48-8579-41B4C4228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59FD0-6C48-433F-A395-C1AEF752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F4109-1935-4A53-B9C6-85556CC4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9A5CC-CF1F-4F5A-94EF-DA540AE7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46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16746-4B38-4AD5-A285-2123875FC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F2181-BF49-4334-8576-E02B27ED4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61447-4EE5-426D-A4C3-5762FA66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E673C-ED40-4C95-AFAD-936E3E8D9C77}" type="datetimeFigureOut">
              <a:rPr lang="en-US" smtClean="0"/>
              <a:t>10/30/2019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6EAB8-FF4D-46C3-855A-B211BCAC6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6A664-39E9-4F06-9C7C-08E98EA4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3E739-543C-4280-8167-635A78889A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913046509,&quot;Placement&quot;:&quot;Footer&quot;}">
            <a:extLst>
              <a:ext uri="{FF2B5EF4-FFF2-40B4-BE49-F238E27FC236}">
                <a16:creationId xmlns:a16="http://schemas.microsoft.com/office/drawing/2014/main" id="{E4A80516-E78F-4678-8684-DB71278ADF88}"/>
              </a:ext>
            </a:extLst>
          </p:cNvPr>
          <p:cNvSpPr txBox="1"/>
          <p:nvPr userDrawn="1"/>
        </p:nvSpPr>
        <p:spPr>
          <a:xfrm>
            <a:off x="0" y="6664017"/>
            <a:ext cx="1028784" cy="1939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9636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9E2B9D-2163-48BB-BAA1-C23D14CA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291" y="0"/>
            <a:ext cx="4845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42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Kenney, Nancy</dc:creator>
  <cp:lastModifiedBy>Kenney, Nancy</cp:lastModifiedBy>
  <cp:revision>1</cp:revision>
  <dcterms:created xsi:type="dcterms:W3CDTF">2019-10-30T17:13:02Z</dcterms:created>
  <dcterms:modified xsi:type="dcterms:W3CDTF">2019-10-30T17:15:49Z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e70ee2-0cb4-4d60-aee5-75ef2c4c8a90_Enabled">
    <vt:lpwstr>True</vt:lpwstr>
  </property>
  <property fmtid="{D5CDD505-2E9C-101B-9397-08002B2CF9AE}" pid="3" name="MSIP_Label_7de70ee2-0cb4-4d60-aee5-75ef2c4c8a90_SiteId">
    <vt:lpwstr>945c199a-83a2-4e80-9f8c-5a91be5752dd</vt:lpwstr>
  </property>
  <property fmtid="{D5CDD505-2E9C-101B-9397-08002B2CF9AE}" pid="4" name="MSIP_Label_7de70ee2-0cb4-4d60-aee5-75ef2c4c8a90_Owner">
    <vt:lpwstr>Nancy_Kenney@DELL.com</vt:lpwstr>
  </property>
  <property fmtid="{D5CDD505-2E9C-101B-9397-08002B2CF9AE}" pid="5" name="MSIP_Label_7de70ee2-0cb4-4d60-aee5-75ef2c4c8a90_SetDate">
    <vt:lpwstr>2019-10-30T17:14:10.2656604Z</vt:lpwstr>
  </property>
  <property fmtid="{D5CDD505-2E9C-101B-9397-08002B2CF9AE}" pid="6" name="MSIP_Label_7de70ee2-0cb4-4d60-aee5-75ef2c4c8a90_Name">
    <vt:lpwstr>Internal Use</vt:lpwstr>
  </property>
  <property fmtid="{D5CDD505-2E9C-101B-9397-08002B2CF9AE}" pid="7" name="MSIP_Label_7de70ee2-0cb4-4d60-aee5-75ef2c4c8a90_Application">
    <vt:lpwstr>Microsoft Azure Information Protection</vt:lpwstr>
  </property>
  <property fmtid="{D5CDD505-2E9C-101B-9397-08002B2CF9AE}" pid="8" name="MSIP_Label_7de70ee2-0cb4-4d60-aee5-75ef2c4c8a90_Extended_MSFT_Method">
    <vt:lpwstr>Manual</vt:lpwstr>
  </property>
  <property fmtid="{D5CDD505-2E9C-101B-9397-08002B2CF9AE}" pid="9" name="MSIP_Label_da6fab74-d5af-4af7-a9a4-78d84655a626_Enabled">
    <vt:lpwstr>True</vt:lpwstr>
  </property>
  <property fmtid="{D5CDD505-2E9C-101B-9397-08002B2CF9AE}" pid="10" name="MSIP_Label_da6fab74-d5af-4af7-a9a4-78d84655a626_SiteId">
    <vt:lpwstr>945c199a-83a2-4e80-9f8c-5a91be5752dd</vt:lpwstr>
  </property>
  <property fmtid="{D5CDD505-2E9C-101B-9397-08002B2CF9AE}" pid="11" name="MSIP_Label_da6fab74-d5af-4af7-a9a4-78d84655a626_Owner">
    <vt:lpwstr>Nancy_Kenney@DELL.com</vt:lpwstr>
  </property>
  <property fmtid="{D5CDD505-2E9C-101B-9397-08002B2CF9AE}" pid="12" name="MSIP_Label_da6fab74-d5af-4af7-a9a4-78d84655a626_SetDate">
    <vt:lpwstr>2019-10-30T17:14:10.2656604Z</vt:lpwstr>
  </property>
  <property fmtid="{D5CDD505-2E9C-101B-9397-08002B2CF9AE}" pid="13" name="MSIP_Label_da6fab74-d5af-4af7-a9a4-78d84655a626_Name">
    <vt:lpwstr>Visual Marking</vt:lpwstr>
  </property>
  <property fmtid="{D5CDD505-2E9C-101B-9397-08002B2CF9AE}" pid="14" name="MSIP_Label_da6fab74-d5af-4af7-a9a4-78d84655a626_Application">
    <vt:lpwstr>Microsoft Azure Information Protection</vt:lpwstr>
  </property>
  <property fmtid="{D5CDD505-2E9C-101B-9397-08002B2CF9AE}" pid="15" name="MSIP_Label_da6fab74-d5af-4af7-a9a4-78d84655a626_Parent">
    <vt:lpwstr>7de70ee2-0cb4-4d60-aee5-75ef2c4c8a90</vt:lpwstr>
  </property>
  <property fmtid="{D5CDD505-2E9C-101B-9397-08002B2CF9AE}" pid="16" name="MSIP_Label_da6fab74-d5af-4af7-a9a4-78d84655a626_Extended_MSFT_Method">
    <vt:lpwstr>Manual</vt:lpwstr>
  </property>
  <property fmtid="{D5CDD505-2E9C-101B-9397-08002B2CF9AE}" pid="17" name="aiplabel">
    <vt:lpwstr>Internal Use Visual Marking</vt:lpwstr>
  </property>
</Properties>
</file>