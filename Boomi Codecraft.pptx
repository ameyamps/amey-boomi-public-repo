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2256367" y="4411663"/>
            <a:ext cx="24892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rect l="0" t="0" r="0" b="0"/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rect l="0" t="0" r="0" b="0"/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rect l="0" t="0" r="0" b="0"/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rect l="0" t="0" r="0" b="0"/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rect l="0" t="0" r="0" b="0"/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rect l="0" t="0" r="0" b="0"/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rect l="0" t="0" r="0" b="0"/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rect l="0" t="0" r="0" b="0"/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rect l="0" t="0" r="0" b="0"/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3043767" y="2293938"/>
            <a:ext cx="9196917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rect l="0" t="0" r="0" b="0"/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529167" y="2133600"/>
            <a:ext cx="11231033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7016751" y="4076700"/>
            <a:ext cx="1862667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rect l="0" t="0" r="0" b="0"/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rect l="0" t="0" r="0" b="0"/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rect l="0" t="0" r="0" b="0"/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rect l="0" t="0" r="0" b="0"/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rect l="0" t="0" r="0" b="0"/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rect l="0" t="0" r="0" b="0"/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rect l="0" t="0" r="0" b="0"/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rect l="0" t="0" r="0" b="0"/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rect l="0" t="0" r="0" b="0"/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840567" y="4749800"/>
            <a:ext cx="9351433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rect l="0" t="0" r="0" b="0"/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altLang="en-US" dirty="0">
                <a:latin typeface="Times New Roman" panose="02020603050405020304" charset="0"/>
                <a:cs typeface="Times New Roman" panose="02020603050405020304" charset="0"/>
              </a:rPr>
              <a:t>Boomi Codecraft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Presenter: Amey Parab</a:t>
            </a:r>
          </a:p>
          <a:p>
            <a:pPr algn="r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Department: B2B EDI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33668"/>
            <a:ext cx="10972800" cy="1143000"/>
          </a:xfrm>
        </p:spPr>
        <p:txBody>
          <a:bodyPr/>
          <a:lstStyle/>
          <a:p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Business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57605"/>
            <a:ext cx="10972800" cy="5258435"/>
          </a:xfrm>
        </p:spPr>
        <p:txBody>
          <a:bodyPr/>
          <a:lstStyle/>
          <a:p>
            <a:r>
              <a:rPr lang="en-IN" altLang="en-US" sz="2400" dirty="0">
                <a:latin typeface="Times New Roman" panose="02020603050405020304" charset="0"/>
                <a:cs typeface="Times New Roman" panose="02020603050405020304" charset="0"/>
              </a:rPr>
              <a:t>Client - XXX </a:t>
            </a:r>
          </a:p>
          <a:p>
            <a:r>
              <a:rPr lang="en-IN" altLang="en-US" sz="2400" dirty="0">
                <a:latin typeface="Times New Roman" panose="02020603050405020304" charset="0"/>
                <a:cs typeface="Times New Roman" panose="02020603050405020304" charset="0"/>
              </a:rPr>
              <a:t>Trading Partner - YYY</a:t>
            </a:r>
          </a:p>
          <a:p>
            <a:r>
              <a:rPr lang="en-IN" altLang="en-US" sz="2400" dirty="0">
                <a:latin typeface="Times New Roman" panose="02020603050405020304" charset="0"/>
                <a:cs typeface="Times New Roman" panose="02020603050405020304" charset="0"/>
              </a:rPr>
              <a:t>Document Exchanged - DELFOR</a:t>
            </a:r>
          </a:p>
          <a:p>
            <a:r>
              <a:rPr lang="en-IN" altLang="en-US" sz="2400" dirty="0">
                <a:latin typeface="Times New Roman" panose="02020603050405020304" charset="0"/>
                <a:cs typeface="Times New Roman" panose="02020603050405020304" charset="0"/>
              </a:rPr>
              <a:t>Connectivity used - FTP</a:t>
            </a:r>
          </a:p>
          <a:p>
            <a:r>
              <a:rPr lang="en-IN" altLang="en-US" sz="2400" dirty="0">
                <a:latin typeface="Times New Roman" panose="02020603050405020304" charset="0"/>
                <a:cs typeface="Times New Roman" panose="02020603050405020304" charset="0"/>
              </a:rPr>
              <a:t>Description:</a:t>
            </a:r>
            <a:br>
              <a:rPr lang="en-IN" altLang="en-US" sz="24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IN" altLang="en-US" sz="2400" dirty="0">
                <a:latin typeface="Times New Roman" panose="02020603050405020304" charset="0"/>
                <a:cs typeface="Times New Roman" panose="02020603050405020304" charset="0"/>
              </a:rPr>
              <a:t>YYY will be sending weekly releases to XXX and these DELFOR files will need to be integrated with XXX SAP system.</a:t>
            </a:r>
          </a:p>
          <a:p>
            <a:r>
              <a:rPr lang="en-IN" altLang="en-US" sz="2400" dirty="0">
                <a:latin typeface="Times New Roman" panose="02020603050405020304" charset="0"/>
                <a:cs typeface="Times New Roman" panose="02020603050405020304" charset="0"/>
              </a:rPr>
              <a:t>Objective:</a:t>
            </a:r>
            <a:br>
              <a:rPr lang="en-IN" altLang="en-US" sz="24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IN" altLang="en-US" sz="2400" dirty="0">
                <a:latin typeface="Times New Roman" panose="02020603050405020304" charset="0"/>
                <a:cs typeface="Times New Roman" panose="02020603050405020304" charset="0"/>
              </a:rPr>
              <a:t>To translate EDI DELFOR files received </a:t>
            </a:r>
            <a:r>
              <a:rPr lang="en-IN" altLang="en-US" sz="2400">
                <a:latin typeface="Times New Roman" panose="02020603050405020304" charset="0"/>
                <a:cs typeface="Times New Roman" panose="02020603050405020304" charset="0"/>
              </a:rPr>
              <a:t>from YYY </a:t>
            </a:r>
            <a:r>
              <a:rPr lang="en-IN" altLang="en-US" sz="2400" dirty="0">
                <a:latin typeface="Times New Roman" panose="02020603050405020304" charset="0"/>
                <a:cs typeface="Times New Roman" panose="02020603050405020304" charset="0"/>
              </a:rPr>
              <a:t>to SAP </a:t>
            </a:r>
            <a:r>
              <a:rPr lang="en-IN" altLang="en-US" sz="2400" dirty="0" err="1">
                <a:latin typeface="Times New Roman" panose="02020603050405020304" charset="0"/>
                <a:cs typeface="Times New Roman" panose="02020603050405020304" charset="0"/>
              </a:rPr>
              <a:t>Idoc</a:t>
            </a:r>
            <a:r>
              <a:rPr lang="en-IN" altLang="en-US" sz="2400" dirty="0">
                <a:latin typeface="Times New Roman" panose="02020603050405020304" charset="0"/>
                <a:cs typeface="Times New Roman" panose="02020603050405020304" charset="0"/>
              </a:rPr>
              <a:t> files.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Times New Roman</vt:lpstr>
      <vt:lpstr>Art_mountaineering</vt:lpstr>
      <vt:lpstr>Boomi Codecraft</vt:lpstr>
      <vt:lpstr>Business Scenario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Boomi Codecraft</dc:title>
  <dc:creator/>
  <cp:lastModifiedBy>Amey Parab</cp:lastModifiedBy>
  <cp:revision>2</cp:revision>
  <dcterms:created xsi:type="dcterms:W3CDTF">2023-08-29T10:03:01Z</dcterms:created>
  <dcterms:modified xsi:type="dcterms:W3CDTF">2025-10-04T13:03:44Z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B0FA47796EDD4C4CAD83196F1732DE87</vt:lpwstr>
  </property>
  <property fmtid="{D5CDD505-2E9C-101B-9397-08002B2CF9AE}" pid="3" name="KSOProductBuildVer">
    <vt:lpwstr>1033-11.2.0.11537</vt:lpwstr>
  </property>
</Properties>
</file>